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intuition. FLOPs per step scales with parameter count, so total compute is the integral of N over training. Standard training holds N constant — a rectangle. Growth traces a staircase to the same endpoint with far less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oversell the 54%. Present it as the motivating observation, not the finding. The controlled rerun is what makes this publishable — and it is cheap.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order: port grow/, build the static visualization against precomputed trajectories FIRST so there is always something to show, then wire Autolab, then deploy to Maritime. No slides at 8pm — this deck is a planning aid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is the area under the parameter curve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3200400"/>
          </a:xfrm>
          <a:prstGeom prst="rect">
            <a:avLst/>
          </a:prstGeom>
          <a:solidFill>
            <a:srgbClr val="16203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at full size from step 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60120" y="2331720"/>
            <a:ext cx="4480560" cy="2057400"/>
          </a:xfrm>
          <a:prstGeom prst="rect">
            <a:avLst/>
          </a:prstGeom>
          <a:solidFill>
            <a:srgbClr val="2E3D6B"/>
          </a:solidFill>
          <a:ln w="19050">
            <a:solidFill>
              <a:srgbClr val="6C8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90779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8B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1.00×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60120" y="34564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60120" y="4389120"/>
            <a:ext cx="4480560" cy="0"/>
          </a:xfrm>
          <a:prstGeom prst="line">
            <a:avLst/>
          </a:prstGeom>
          <a:noFill/>
          <a:ln w="12700">
            <a:solidFill>
              <a:srgbClr val="9AA8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446227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step →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1691640"/>
            <a:ext cx="5212080" cy="3200400"/>
          </a:xfrm>
          <a:prstGeom prst="rect">
            <a:avLst/>
          </a:prstGeom>
          <a:solidFill>
            <a:srgbClr val="16203A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1828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into full size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12280" y="4114800"/>
            <a:ext cx="777240" cy="274320"/>
          </a:xfrm>
          <a:prstGeom prst="rect">
            <a:avLst/>
          </a:prstGeom>
          <a:solidFill>
            <a:srgbClr val="1E4D34"/>
          </a:solidFill>
          <a:ln w="15240">
            <a:solidFill>
              <a:srgbClr val="3DDC8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89520" y="3840480"/>
            <a:ext cx="685800" cy="548640"/>
          </a:xfrm>
          <a:prstGeom prst="rect">
            <a:avLst/>
          </a:prstGeom>
          <a:solidFill>
            <a:srgbClr val="1E4D34"/>
          </a:solidFill>
          <a:ln w="15240">
            <a:solidFill>
              <a:srgbClr val="3DDC8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3429000"/>
            <a:ext cx="685800" cy="960120"/>
          </a:xfrm>
          <a:prstGeom prst="rect">
            <a:avLst/>
          </a:prstGeom>
          <a:solidFill>
            <a:srgbClr val="1E4D34"/>
          </a:solidFill>
          <a:ln w="15240">
            <a:solidFill>
              <a:srgbClr val="3DDC8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0" y="2926080"/>
            <a:ext cx="914400" cy="1463040"/>
          </a:xfrm>
          <a:prstGeom prst="rect">
            <a:avLst/>
          </a:prstGeom>
          <a:solidFill>
            <a:srgbClr val="1E4D34"/>
          </a:solidFill>
          <a:ln w="15240">
            <a:solidFill>
              <a:srgbClr val="3DDC8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75520" y="2331720"/>
            <a:ext cx="1417320" cy="2057400"/>
          </a:xfrm>
          <a:prstGeom prst="rect">
            <a:avLst/>
          </a:prstGeom>
          <a:solidFill>
            <a:srgbClr val="1E4D34"/>
          </a:solidFill>
          <a:ln w="15240">
            <a:solidFill>
              <a:srgbClr val="3DDC8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22128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≈0.54×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812280" y="27066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12280" y="4389120"/>
            <a:ext cx="4480560" cy="0"/>
          </a:xfrm>
          <a:prstGeom prst="line">
            <a:avLst/>
          </a:prstGeom>
          <a:noFill/>
          <a:ln w="12700">
            <a:solidFill>
              <a:srgbClr val="9AA8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446227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step →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513892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architecture at the end. Same final loss. Roughly half the compute — because the model spent most of training being small.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" y="55046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training learns cheap statistics that need almost no capacity. Paying for full width from step 0 buys capacity before you can use it.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STATE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proven, and what is only suggestive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16203A"/>
          </a:solidFill>
          <a:ln w="19050">
            <a:solidFill>
              <a:srgbClr val="3DDC8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mechanics are real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width / depth / heads mid-training, model keeps learning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depth layers init to identity via zeroed output projection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WSD schedule around growth events matters a lot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15968" y="169164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16203A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0288" y="1874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 END — DO NOT REVIVE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90288" y="224028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Expanding a finished pretrained model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Preserving its function forces new weights to ≈1e-8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attention heads get gradient ≈5e-13 — permanently dead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noise scale fixes it. Open research problem, not a hack problem.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83296" y="1691640"/>
            <a:ext cx="3529584" cy="3931920"/>
          </a:xfrm>
          <a:prstGeom prst="roundRect">
            <a:avLst>
              <a:gd name="adj" fmla="val 2073"/>
            </a:avLst>
          </a:prstGeom>
          <a:solidFill>
            <a:srgbClr val="16203A"/>
          </a:solidFill>
          <a:ln w="19050">
            <a:solidFill>
              <a:srgbClr val="F5A5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57616" y="1874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A RESULT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57616" y="2240280"/>
            <a:ext cx="30175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54% has three confounds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changed at the same time as the LR schedule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was wall-clock, not FLOPs — small models get free steps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6.19 ≈ perplexity 490: barely-trained regime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5870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first experiment is not a new idea — it is the control the old work never ran: grown vs. flat, same schedule, same FLOPs, two seeds.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demo and the paper are the same artifact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15184" cy="2286000"/>
          </a:xfrm>
          <a:prstGeom prst="roundRect">
            <a:avLst>
              <a:gd name="adj" fmla="val 3200"/>
            </a:avLst>
          </a:prstGeom>
          <a:solidFill>
            <a:srgbClr val="16203A"/>
          </a:solidFill>
          <a:ln w="19050">
            <a:solidFill>
              <a:srgbClr val="2A35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6596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grow/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21579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script. Trains on a growth schedule, prints loss at a fixed FLOP budget. Ported from prior work.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63824" y="26974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547872" y="1783080"/>
            <a:ext cx="2615184" cy="2286000"/>
          </a:xfrm>
          <a:prstGeom prst="roundRect">
            <a:avLst>
              <a:gd name="adj" fmla="val 3200"/>
            </a:avLst>
          </a:prstGeom>
          <a:solidFill>
            <a:srgbClr val="16203A"/>
          </a:solidFill>
          <a:ln w="19050">
            <a:solidFill>
              <a:srgbClr val="3DDC8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76472" y="196596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autolab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776472" y="2377440"/>
            <a:ext cx="21579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Searches the space of growth schedules for us. Proposes, runs on attached compute, keeps what wins.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63056" y="26974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547104" y="1783080"/>
            <a:ext cx="2615184" cy="2286000"/>
          </a:xfrm>
          <a:prstGeom prst="roundRect">
            <a:avLst>
              <a:gd name="adj" fmla="val 3200"/>
            </a:avLst>
          </a:prstGeom>
          <a:solidFill>
            <a:srgbClr val="16203A"/>
          </a:solidFill>
          <a:ln w="19050">
            <a:solidFill>
              <a:srgbClr val="2A35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75704" y="196596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maritime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775704" y="2377440"/>
            <a:ext cx="21579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Hosts the live view on a URL, so the 8pm demo does not depend on a laptop staying awake.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62288" y="26974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546336" y="1783080"/>
            <a:ext cx="2615184" cy="2286000"/>
          </a:xfrm>
          <a:prstGeom prst="roundRect">
            <a:avLst>
              <a:gd name="adj" fmla="val 3200"/>
            </a:avLst>
          </a:prstGeom>
          <a:solidFill>
            <a:srgbClr val="16203A"/>
          </a:solidFill>
          <a:ln w="19050">
            <a:solidFill>
              <a:srgbClr val="3DDC8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74936" y="196596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demo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774936" y="2377440"/>
            <a:ext cx="21579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a model grow in real time while the agent hunts for a better shape.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315968"/>
            <a:ext cx="11064240" cy="1325880"/>
          </a:xfrm>
          <a:prstGeom prst="roundRect">
            <a:avLst>
              <a:gd name="adj" fmla="val 4138"/>
            </a:avLst>
          </a:prstGeom>
          <a:solidFill>
            <a:srgbClr val="1A2547"/>
          </a:solidFill>
          <a:ln w="19050">
            <a:solidFill>
              <a:srgbClr val="6C8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4805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B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research question, stated properly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48006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laws ask: given compute C, pick N and D — assuming N is constant. Nobody justified that assumption. We ask: given C, pick the trajectory N(t). The answer is a shape, not a number — and searching that space by hand is why this stalled before.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" y="58338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A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list, top down:  live Autolab run  →  custom status API (show Autolab’s own dashboard instead)  →  new policy search.   Never cut: the growth visualization.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2026-07-26T16:21:39Z</dcterms:created>
  <dcterms:modified xsi:type="dcterms:W3CDTF">2026-07-26T16:21:39Z</dcterms:modified>
</cp:coreProperties>
</file>